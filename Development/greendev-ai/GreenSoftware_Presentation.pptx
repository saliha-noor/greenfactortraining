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29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365760"/>
            <a:ext cx="1645920" cy="16459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9516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🌱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Software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software that doesn't cost the planet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GreenDev AI  •  Carbon-Aware Development  •  SCI Metric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Software Harm the Planet?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doesn't use energy directly — but it drives hardware that does.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data centers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greenhouse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emissions from 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76×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energy 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vs C for same 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developers write code without ever seeing its energy cost.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Software Engineering is the discipline that fixes this — by making carbon a measurable, trackable part of development.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Green Software Engineering?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 of best practices to build applications that reduce carbon emissions across their full lifecycle.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 Efficiency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least energy possible. Optimize algorithms, idle hardware off, stop wasteful loops.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Efficiency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938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the least CO₂. Choose greener regions, time workloads for clean energy windows.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Hardware Efficiency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90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embodied carbon — the CO₂ cost of manufacturing hardware, not just using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6060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Measurement 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990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cannot measure, you cannot improve. Track carbon as a first-class metric.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Carbon Awareness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grid carbon intensity changes by time and location. Schedule smartly.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657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Climate Commitments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4041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reductions only. Offsets do not improve your SCI score — only genuine efficiency does.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Green Software Foundation — ISO/IEC 21031:2024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Core Tools &amp; Standards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components form the technical backbone of any serious green software measurement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64592" cy="155448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CodeCarbon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your code and tracks CO₂ in real time. When RAPL is unavailable, falls back to TDP-based CPU estimation automatically.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codecarbon → 3 lines → CO₂ measured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64592" cy="155448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 RAPL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Interface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020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Average Power Limit — reads actual CPU/RAM energy registers directly from the hardware at millisecond resolution.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679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Skylake (2015+) Intel CPU, Linux powercap sysfs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164592" cy="15544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 Metric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21031:2024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7124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Carbon Intensity formula: (E × I + M) / R. The only ISO-standardized carbon score for software. Offsets cannot improve it.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E=energy, I=intensity, M=hardware, R=functional unit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164592" cy="1554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Energy-Languages Dataset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Research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7124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programming languages benchmarked across 10 tasks using real Intel RAPL. Proves Python uses 76× more energy than C.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github.com/greensoftwarelab/Energy-Languages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Research Says — And What's Still Missing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52144"/>
            <a:ext cx="4023360" cy="3328416"/>
          </a:xfrm>
          <a:prstGeom prst="roundRect">
            <a:avLst>
              <a:gd name="adj" fmla="val 2105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22252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What Exists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7305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Green Software Foundation — 6 formal principles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5936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 Metric — ISO 21031:2024 standard formula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71433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CodeCarbon — live CO₂ tracking for Python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8349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Energy-Languages dataset — real RAPL measurements across 28 languages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95561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ACM 2025 paper — field-wide review + 2030 roadmap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52144"/>
            <a:ext cx="4023360" cy="3328416"/>
          </a:xfrm>
          <a:prstGeom prst="roundRect">
            <a:avLst>
              <a:gd name="adj" fmla="val 2105"/>
            </a:avLst>
          </a:prstGeom>
          <a:solidFill>
            <a:srgbClr val="152B22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25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Key Gaps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33451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legal enforcement — only 1/5 companies monitor energy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45515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RAPL only works on Skylake (2015+) Intel CPUs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65757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training energy (Red AI) growing fast, barely regulated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169643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Open-source software has zero carbon accountability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681707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Green practices still not embedded in SDLC education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Ibrahim et al. (2022)  •  Mohankumar et al. (2016)  •  ACM TOSEM 2025  •  Green Software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63640" y="731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GreenDev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63640" y="1280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2651760"/>
            <a:ext cx="1645920" cy="16459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0" y="27889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🌱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GreenDev AI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896112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IDE could tell you the carbon cost of your code — before it ships?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 Upload any Python file or code snippet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 Live energy measurement via CodeCarbon (TDP mode)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 Real RAPL reference values from Energy-Languages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SCI score calculated from both sources — estimated vs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 Gemini AI explains why your code is inefficient and how to fix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"Energy = 13J" — evidence-based AI recommendations grounded in real measurements.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6C4EB09-439B-A355-18EF-37A2D56055D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B067DB8-C468-78F2-D33E-95E85BBA6C7E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Five Agents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613E78-B37E-B42E-155F-FC3B872E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67" y="868680"/>
            <a:ext cx="7851465" cy="418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6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3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we write today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 the planet tomorrow.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GreenDev AI makes the invisible visible — turning carbon from a side-effect into a trackable metric every developer can act 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CodeCarbon — live measurement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Intel RAPL — real hardware reference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SCI Metric — ISO standard formula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Energy-Languages — RAPL ground truth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931920"/>
            <a:ext cx="3657600" cy="685800"/>
          </a:xfrm>
          <a:prstGeom prst="roundRect">
            <a:avLst>
              <a:gd name="adj" fmla="val 13333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🌱  GreenDev AI  —  Build Greener Code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730</Words>
  <Application>Microsoft Office PowerPoint</Application>
  <PresentationFormat>On-screen Show (16:9)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Abuzar</cp:lastModifiedBy>
  <cp:revision>4</cp:revision>
  <dcterms:created xsi:type="dcterms:W3CDTF">2026-07-16T06:24:34Z</dcterms:created>
  <dcterms:modified xsi:type="dcterms:W3CDTF">2026-07-16T09:51:42Z</dcterms:modified>
</cp:coreProperties>
</file>